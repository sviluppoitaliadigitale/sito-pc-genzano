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6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6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34.xml"/><Relationship Id="rId11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42.xml"/><Relationship Id="rId11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7.xml"/><Relationship Id="rId7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49.xml"/><Relationship Id="rId9" Type="http://schemas.openxmlformats.org/officeDocument/2006/relationships/slide" Target="slide64.xml"/><Relationship Id="rId10" Type="http://schemas.openxmlformats.org/officeDocument/2006/relationships/slide" Target="slide59.xml"/><Relationship Id="rId11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49.xml"/><Relationship Id="rId9" Type="http://schemas.openxmlformats.org/officeDocument/2006/relationships/slide" Target="slide60.xml"/><Relationship Id="rId10" Type="http://schemas.openxmlformats.org/officeDocument/2006/relationships/slide" Target="slide63.xml"/><Relationship Id="rId11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6.xml"/><Relationship Id="rId6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