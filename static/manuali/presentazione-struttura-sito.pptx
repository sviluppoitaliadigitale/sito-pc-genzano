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4.xml"/><Relationship Id="rId5" Type="http://schemas.openxmlformats.org/officeDocument/2006/relationships/slide" Target="slide33.xml"/><Relationship Id="rId6" Type="http://schemas.openxmlformats.org/officeDocument/2006/relationships/slide" Target="slide41.xml"/><Relationship Id="rId7" Type="http://schemas.openxmlformats.org/officeDocument/2006/relationships/slide" Target="slide47.xml"/><Relationship Id="rId8" Type="http://schemas.openxmlformats.org/officeDocument/2006/relationships/slide" Target="slide58.xml"/><Relationship Id="rId9" Type="http://schemas.openxmlformats.org/officeDocument/2006/relationships/slide" Target="slide62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4.xml"/><Relationship Id="rId5" Type="http://schemas.openxmlformats.org/officeDocument/2006/relationships/slide" Target="slide33.xml"/><Relationship Id="rId6" Type="http://schemas.openxmlformats.org/officeDocument/2006/relationships/slide" Target="slide41.xml"/><Relationship Id="rId7" Type="http://schemas.openxmlformats.org/officeDocument/2006/relationships/slide" Target="slide47.xml"/><Relationship Id="rId8" Type="http://schemas.openxmlformats.org/officeDocument/2006/relationships/slide" Target="slide58.xml"/><Relationship Id="rId9" Type="http://schemas.openxmlformats.org/officeDocument/2006/relationships/slide" Target="slide62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19.xml"/><Relationship Id="rId6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33.xml"/><Relationship Id="rId6" Type="http://schemas.openxmlformats.org/officeDocument/2006/relationships/slide" Target="slide41.xml"/><Relationship Id="rId7" Type="http://schemas.openxmlformats.org/officeDocument/2006/relationships/slide" Target="slide47.xml"/><Relationship Id="rId8" Type="http://schemas.openxmlformats.org/officeDocument/2006/relationships/slide" Target="slide58.xml"/><Relationship Id="rId9" Type="http://schemas.openxmlformats.org/officeDocument/2006/relationships/slide" Target="slide62.xml"/><Relationship Id="rId10" Type="http://schemas.openxmlformats.org/officeDocument/2006/relationships/slide" Target="slide23.xml"/><Relationship Id="rId11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4.xml"/><Relationship Id="rId6" Type="http://schemas.openxmlformats.org/officeDocument/2006/relationships/slide" Target="slide41.xml"/><Relationship Id="rId7" Type="http://schemas.openxmlformats.org/officeDocument/2006/relationships/slide" Target="slide47.xml"/><Relationship Id="rId8" Type="http://schemas.openxmlformats.org/officeDocument/2006/relationships/slide" Target="slide58.xml"/><Relationship Id="rId9" Type="http://schemas.openxmlformats.org/officeDocument/2006/relationships/slide" Target="slide62.xml"/><Relationship Id="rId10" Type="http://schemas.openxmlformats.org/officeDocument/2006/relationships/slide" Target="slide32.xml"/><Relationship Id="rId11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slide" Target="slide2.xml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4.xml"/><Relationship Id="rId6" Type="http://schemas.openxmlformats.org/officeDocument/2006/relationships/slide" Target="slide33.xml"/><Relationship Id="rId7" Type="http://schemas.openxmlformats.org/officeDocument/2006/relationships/slide" Target="slide47.xml"/><Relationship Id="rId8" Type="http://schemas.openxmlformats.org/officeDocument/2006/relationships/slide" Target="slide58.xml"/><Relationship Id="rId9" Type="http://schemas.openxmlformats.org/officeDocument/2006/relationships/slide" Target="slide62.xml"/><Relationship Id="rId10" Type="http://schemas.openxmlformats.org/officeDocument/2006/relationships/slide" Target="slide40.xml"/><Relationship Id="rId11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image" Target="../media/image38.png"/><Relationship Id="rId6" Type="http://schemas.openxmlformats.org/officeDocument/2006/relationships/slide" Target="slide45.xml"/><Relationship Id="rId7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4.xml"/><Relationship Id="rId6" Type="http://schemas.openxmlformats.org/officeDocument/2006/relationships/slide" Target="slide33.xml"/><Relationship Id="rId7" Type="http://schemas.openxmlformats.org/officeDocument/2006/relationships/slide" Target="slide41.xml"/><Relationship Id="rId8" Type="http://schemas.openxmlformats.org/officeDocument/2006/relationships/slide" Target="slide58.xml"/><Relationship Id="rId9" Type="http://schemas.openxmlformats.org/officeDocument/2006/relationships/slide" Target="slide62.xml"/><Relationship Id="rId10" Type="http://schemas.openxmlformats.org/officeDocument/2006/relationships/slide" Target="slide46.xml"/><Relationship Id="rId11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48.xml"/><Relationship Id="rId6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56.xml"/><Relationship Id="rId6" Type="http://schemas.openxmlformats.org/officeDocument/2006/relationships/slide" Target="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4.xml"/><Relationship Id="rId6" Type="http://schemas.openxmlformats.org/officeDocument/2006/relationships/slide" Target="slide33.xml"/><Relationship Id="rId7" Type="http://schemas.openxmlformats.org/officeDocument/2006/relationships/slide" Target="slide41.xml"/><Relationship Id="rId8" Type="http://schemas.openxmlformats.org/officeDocument/2006/relationships/slide" Target="slide47.xml"/><Relationship Id="rId9" Type="http://schemas.openxmlformats.org/officeDocument/2006/relationships/slide" Target="slide62.xml"/><Relationship Id="rId10" Type="http://schemas.openxmlformats.org/officeDocument/2006/relationships/slide" Target="slide57.xml"/><Relationship Id="rId11" Type="http://schemas.openxmlformats.org/officeDocument/2006/relationships/slide" Target="slide5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slide" Target="slide2.xml"/><Relationship Id="rId5" Type="http://schemas.openxmlformats.org/officeDocument/2006/relationships/slide" Target="slide58.xml"/><Relationship Id="rId6" Type="http://schemas.openxmlformats.org/officeDocument/2006/relationships/slide" Target="slide6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9.xml"/><Relationship Id="rId6" Type="http://schemas.openxmlformats.org/officeDocument/2006/relationships/slide" Target="slide6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.png"/><Relationship Id="rId4" Type="http://schemas.openxmlformats.org/officeDocument/2006/relationships/slide" Target="slide2.xml"/><Relationship Id="rId5" Type="http://schemas.openxmlformats.org/officeDocument/2006/relationships/slide" Target="slide60.xml"/><Relationship Id="rId6" Type="http://schemas.openxmlformats.org/officeDocument/2006/relationships/slide" Target="slide6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4.xml"/><Relationship Id="rId6" Type="http://schemas.openxmlformats.org/officeDocument/2006/relationships/slide" Target="slide33.xml"/><Relationship Id="rId7" Type="http://schemas.openxmlformats.org/officeDocument/2006/relationships/slide" Target="slide41.xml"/><Relationship Id="rId8" Type="http://schemas.openxmlformats.org/officeDocument/2006/relationships/slide" Target="slide47.xml"/><Relationship Id="rId9" Type="http://schemas.openxmlformats.org/officeDocument/2006/relationships/slide" Target="slide58.xml"/><Relationship Id="rId10" Type="http://schemas.openxmlformats.org/officeDocument/2006/relationships/slide" Target="slide61.xml"/><Relationship Id="rId11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.png"/><Relationship Id="rId4" Type="http://schemas.openxmlformats.org/officeDocument/2006/relationships/slide" Target="slide2.xml"/><Relationship Id="rId5" Type="http://schemas.openxmlformats.org/officeDocument/2006/relationships/slide" Target="slide62.xml"/><Relationship Id="rId6" Type="http://schemas.openxmlformats.org/officeDocument/2006/relationships/slide" Target="slide6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Relationship Id="rId4" Type="http://schemas.openxmlformats.org/officeDocument/2006/relationships/slide" Target="slide2.xml"/><Relationship Id="rId5" Type="http://schemas.openxmlformats.org/officeDocument/2006/relationships/slide" Target="slide63.xml"/><Relationship Id="rId6" Type="http://schemas.openxmlformats.org/officeDocument/2006/relationships/slide" Target="slide6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png"/><Relationship Id="rId4" Type="http://schemas.openxmlformats.org/officeDocument/2006/relationships/slide" Target="slide2.xml"/><Relationship Id="rId5" Type="http://schemas.openxmlformats.org/officeDocument/2006/relationships/slide" Target="slide64.xml"/><Relationship Id="rId6" Type="http://schemas.openxmlformats.org/officeDocument/2006/relationships/slide" Target="slide6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Titillium Web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Titillium Web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Titillium Web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Titillium Web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Titillium Web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01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02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03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04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05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06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07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Titillium Web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Titillium Web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Titillium Web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Titillium Web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Titillium Web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01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Nessuna allerta — situazione ordinaria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Titillium Web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Titillium Web"/>
              </a:rPr>
              <a:t>Allerta ordinaria — fenomeni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elevata — fenomeni intensi, effetti rilevanti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massima — fenomeni molto intensi, rischio elevato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succede quando scatta un'allerta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percorso completo, in linguaggio semplice: dal bollettino nazionale fino al cittadino.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 decide il livello, chi attiva il Centro Operativo Comunale, chi comunica.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Cosa fare e cosa non aspettarsi dal volontariato: educazione civica per ridurre richieste improprie.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Lanterna — strumenti per il buio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ultraleggera pensata per poca batteria, rete debole e ore notturne.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Torcia, bussola e schermo sempre acceso, direttamente sul dispositivo.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numero 112 sempre a portata di mano.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Dati aperti (CC BY 4.0)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Titillium Web"/>
              </a:rPr>
              <a:t>Giallo —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Arancione — elevata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Rosso — massima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95728"/>
            <a:ext cx="2606040" cy="100584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395728"/>
            <a:ext cx="2606040" cy="100584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395728"/>
            <a:ext cx="2606040" cy="100584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395728"/>
            <a:ext cx="2606040" cy="100584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2606040" cy="100584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3566160"/>
            <a:ext cx="2606040" cy="100584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3566160"/>
            <a:ext cx="2606040" cy="100584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3566160"/>
            <a:ext cx="2606040" cy="100584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Vulcanico (Colli Albani)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36592"/>
            <a:ext cx="2606040" cy="1005840"/>
          </a:xfrm>
          <a:prstGeom prst="roundRect">
            <a:avLst/>
          </a:prstGeom>
          <a:gradFill>
            <a:gsLst>
              <a:gs pos="0">
                <a:srgbClr val="187D9D"/>
              </a:gs>
              <a:gs pos="100000">
                <a:srgbClr val="0F4F64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Maremoto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47872" y="4736592"/>
            <a:ext cx="2606040" cy="1005840"/>
          </a:xfrm>
          <a:prstGeom prst="roundRect">
            <a:avLst/>
          </a:prstGeom>
          <a:gradFill>
            <a:gsLst>
              <a:gs pos="0">
                <a:srgbClr val="7C5111"/>
              </a:gs>
              <a:gs pos="100000">
                <a:srgbClr val="4F330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Chimico-industriale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736592"/>
            <a:ext cx="2606040" cy="1005840"/>
          </a:xfrm>
          <a:prstGeom prst="roundRect">
            <a:avLst/>
          </a:prstGeom>
          <a:gradFill>
            <a:gsLst>
              <a:gs pos="0">
                <a:srgbClr val="62600B"/>
              </a:gs>
              <a:gs pos="100000">
                <a:srgbClr val="3E3D0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Nucleare-radiologico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9136" y="4736592"/>
            <a:ext cx="2606040" cy="1005840"/>
          </a:xfrm>
          <a:prstGeom prst="roundRect">
            <a:avLst/>
          </a:prstGeom>
          <a:gradFill>
            <a:gsLst>
              <a:gs pos="0">
                <a:srgbClr val="BA7108"/>
              </a:gs>
              <a:gs pos="100000">
                <a:srgbClr val="77480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Siccità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DPC «Io non rischio» · INGV · ISPRA · CNR-IRPI · ReLUIS · Vigili del Fuoco.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Quanto sei preparato — autovalutazione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Quiz non giudicante: le domande si adattano alla tua situazione (solo o in famiglia, casa o appartamento, animali).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Alla fine, un profilo di preparazione e un piano d'azione su misura.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risposta inviata o salvata online: tutto resta sul tuo dispositivo.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 minuto per proteggerti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Sei micro-schede di autoprotezione: torcia, 112, punto di ritrovo, kit auto, terremoto per bambini, documenti.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Azioni concrete che si fanno in un minuto, una per volta, senza spese.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Stampabili in formato A5 per casa, sede, bacheche scolastiche e banchetti informativi.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02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Percorsi pronti all'uso per i docenti.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Collegamento esplicito all'Educazione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storici reali dei Castelli Romani (rianalisi ERA5) ed esempi già pronti sul clima locale.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grafico ha la tabella dati, la stampa, il download (CSV e immagine) e un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ERA5 · Open-Meteo (CC BY 4.0) · Copernicus Climate Data 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Dossier interattivi — racconti visivi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Storie che si leggono scorrendo: immagini a tutto schermo, dati animati e mappe da esplorare.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Qualità da rivista digitale, ma interamente accessibile (WCAG 2.2 AA) e senza servizi di terzi.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è condivisibile; il primo dossier racconta la Terra vista dai satelliti.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Immagini con licenza aperta: NASA · Copernicus / ESA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03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 dichiarata correttamente anche per gli assistenti vocali.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04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Addestramento e buone pratiche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L'addestramento è una pratica continua, non un evento occasionale.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Turni operativi, prove sui mezzi ed esercitazioni programmate con altri Gruppi e Coordinamenti.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vetrina educativa di come ci si prepara, non un diario operativo.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 gli enti e le scuole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dedicata a scuole, enti e altri gruppi di protezione civile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Cultura del rischio nelle scuole di ogni ordine e grado, anche nell'Educazione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Collaborazione con il Comune e con la rete del volontariato del territorio.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05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scienza del rischio e i Centri di competenza; la dimensione internazionale del sistema.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Materiali pronti da scaricare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Podcast, infografiche, quiz e flashcard sui rischi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Prodotti a partire da fonti istituzionali e verificati prima della pubblicazione.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Liberamente scaricabili e riutilizzabili per scuola, formazione e divulgazione.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Centro Funzionale Regionale del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Open data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aperti riutilizzabili dalla cittadinanza.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trasparenza sullo stato tecnico del sito.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Riuso libero, secondo il principio di trasparenza della PA.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Metodo editoriale — come scriviamo e verifichiamo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Fonti ufficiali sempre citate; ogni dato è verificabile da cittadini ed 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Controllo della vigenza delle norme e frequenza di aggiornamento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Correzioni tracciate: la trasparenza del metodo è parte della qualità.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06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informativa costantemente aggiornata.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Distinzione chiara tra informazione, prevenzione, allerta ed emergenza.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avviso rimanda alla fonte ufficiale di riferimento.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07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tillium Web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Titillium Web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Titillium Web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