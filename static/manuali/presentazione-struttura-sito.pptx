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6.xml"/><Relationship Id="rId5" Type="http://schemas.openxmlformats.org/officeDocument/2006/relationships/slide" Target="slide36.xml"/><Relationship Id="rId6" Type="http://schemas.openxmlformats.org/officeDocument/2006/relationships/slide" Target="slide44.xml"/><Relationship Id="rId7" Type="http://schemas.openxmlformats.org/officeDocument/2006/relationships/slide" Target="slide50.xml"/><Relationship Id="rId8" Type="http://schemas.openxmlformats.org/officeDocument/2006/relationships/slide" Target="slide62.xml"/><Relationship Id="rId9" Type="http://schemas.openxmlformats.org/officeDocument/2006/relationships/slide" Target="slide66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6.xml"/><Relationship Id="rId5" Type="http://schemas.openxmlformats.org/officeDocument/2006/relationships/slide" Target="slide36.xml"/><Relationship Id="rId6" Type="http://schemas.openxmlformats.org/officeDocument/2006/relationships/slide" Target="slide44.xml"/><Relationship Id="rId7" Type="http://schemas.openxmlformats.org/officeDocument/2006/relationships/slide" Target="slide50.xml"/><Relationship Id="rId8" Type="http://schemas.openxmlformats.org/officeDocument/2006/relationships/slide" Target="slide62.xml"/><Relationship Id="rId9" Type="http://schemas.openxmlformats.org/officeDocument/2006/relationships/slide" Target="slide66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6.xml"/><Relationship Id="rId6" Type="http://schemas.openxmlformats.org/officeDocument/2006/relationships/slide" Target="slide44.xml"/><Relationship Id="rId7" Type="http://schemas.openxmlformats.org/officeDocument/2006/relationships/slide" Target="slide50.xml"/><Relationship Id="rId8" Type="http://schemas.openxmlformats.org/officeDocument/2006/relationships/slide" Target="slide62.xml"/><Relationship Id="rId9" Type="http://schemas.openxmlformats.org/officeDocument/2006/relationships/slide" Target="slide66.xml"/><Relationship Id="rId10" Type="http://schemas.openxmlformats.org/officeDocument/2006/relationships/slide" Target="slide25.xml"/><Relationship Id="rId11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44.xml"/><Relationship Id="rId7" Type="http://schemas.openxmlformats.org/officeDocument/2006/relationships/slide" Target="slide50.xml"/><Relationship Id="rId8" Type="http://schemas.openxmlformats.org/officeDocument/2006/relationships/slide" Target="slide62.xml"/><Relationship Id="rId9" Type="http://schemas.openxmlformats.org/officeDocument/2006/relationships/slide" Target="slide66.xml"/><Relationship Id="rId10" Type="http://schemas.openxmlformats.org/officeDocument/2006/relationships/slide" Target="slide35.xml"/><Relationship Id="rId11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6.xml"/><Relationship Id="rId7" Type="http://schemas.openxmlformats.org/officeDocument/2006/relationships/slide" Target="slide50.xml"/><Relationship Id="rId8" Type="http://schemas.openxmlformats.org/officeDocument/2006/relationships/slide" Target="slide62.xml"/><Relationship Id="rId9" Type="http://schemas.openxmlformats.org/officeDocument/2006/relationships/slide" Target="slide66.xml"/><Relationship Id="rId10" Type="http://schemas.openxmlformats.org/officeDocument/2006/relationships/slide" Target="slide43.xml"/><Relationship Id="rId11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48.xml"/><Relationship Id="rId7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6.xml"/><Relationship Id="rId7" Type="http://schemas.openxmlformats.org/officeDocument/2006/relationships/slide" Target="slide44.xml"/><Relationship Id="rId8" Type="http://schemas.openxmlformats.org/officeDocument/2006/relationships/slide" Target="slide62.xml"/><Relationship Id="rId9" Type="http://schemas.openxmlformats.org/officeDocument/2006/relationships/slide" Target="slide66.xml"/><Relationship Id="rId10" Type="http://schemas.openxmlformats.org/officeDocument/2006/relationships/slide" Target="slide49.xml"/><Relationship Id="rId11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7.xml"/><Relationship Id="rId6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9.xml"/><Relationship Id="rId6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6.xml"/><Relationship Id="rId7" Type="http://schemas.openxmlformats.org/officeDocument/2006/relationships/slide" Target="slide44.xml"/><Relationship Id="rId8" Type="http://schemas.openxmlformats.org/officeDocument/2006/relationships/slide" Target="slide50.xml"/><Relationship Id="rId9" Type="http://schemas.openxmlformats.org/officeDocument/2006/relationships/slide" Target="slide66.xml"/><Relationship Id="rId10" Type="http://schemas.openxmlformats.org/officeDocument/2006/relationships/slide" Target="slide61.xml"/><Relationship Id="rId11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62.xml"/><Relationship Id="rId6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63.xml"/><Relationship Id="rId6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6.xml"/><Relationship Id="rId7" Type="http://schemas.openxmlformats.org/officeDocument/2006/relationships/slide" Target="slide44.xml"/><Relationship Id="rId8" Type="http://schemas.openxmlformats.org/officeDocument/2006/relationships/slide" Target="slide50.xml"/><Relationship Id="rId9" Type="http://schemas.openxmlformats.org/officeDocument/2006/relationships/slide" Target="slide62.xml"/><Relationship Id="rId10" Type="http://schemas.openxmlformats.org/officeDocument/2006/relationships/slide" Target="slide65.xml"/><Relationship Id="rId11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6.xml"/><Relationship Id="rId6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7.xml"/><Relationship Id="rId6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68.xml"/><Relationship Id="rId6" Type="http://schemas.openxmlformats.org/officeDocument/2006/relationships/slide" Target="slide7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situazione ordinaria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Allerta ordinaria — fenomeni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elevata — fenomeni intensi, effetti rilevanti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massima — fenomeni molto intensi, rischio elevato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Allerta meteo: cosa significa a Genzano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colore — verde, giallo, arancione, rosso — cosa cambia concretamente sul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zone più delicate, cosa fa il cittadino e cosa fa il Comune con il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Genzano rientra nella zona di allerta F — Bacini Costieri Sud.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Dati aperti (CC BY 4.0)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elevata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massima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per le organizzazioni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per chi gestisce un luogo o un gruppo di persone: attività commerciali, condomìni, associazioni, organizzatori di eventi.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uniforme: cosa fare prima, durante e dopo terremoto, incendio, allerta meteo e blackout.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gli eventi pubblici, il ruolo del volontariato nei limiti delle regole vigenti: nessun compito di viabilità.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Codice della Strada artt. 11-12 · Circolare DPC 6/8/2018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Collegamento esplicito all'Educazione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reali dei Castelli Romani (rianalisi ERA5) ed esempi già pronti sul clima locale.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la tabella dati, la stampa, il download (CSV e immagine) e un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 · Open-Meteo (CC BY 4.0) · Copernicus Climate Data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Crea la mia lezione e Modalità Aula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docente sceglie classe, minuti e argomento: il sito compone la lezione con schede, storie, giochi ed esperimenti già pubblicati.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 alunni con bisogni educativi speciali si aggiungono versioni facilitate, tabelle CAA, LIS e pittogrammi.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Modalità Aula: ogni pagina diventa una sequenza di schermate a testo grande, da proiettare in classe.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Materiali del sito · D.M. 183/2024 (Educazione Civica)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Poster «In emergenza chiama il 112» in otto lingue, da stampare e affiggere.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 e l'Agenda 2030.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 miei contenuti — le pagine che servono, sempre a portata di mano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si può salvare con un pulsante e ritrovare in un elenco personale.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registrazione: l'elenco resta solo nel browser di chi lo usa.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Utile all'anziano che salva tre pagine come al docente che ne salva venti.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data, Open Kit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Open Kit: i componenti del sito, con licenza EUPL 1.2, a disposizione di altri gruppi e Comuni.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Riuso libero, secondo il principio di trasparenza della PA.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CC BY 4.0 · EUPL 1.2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Distinzione chiara tra informazione, prevenzione, allerta ed emergenza.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