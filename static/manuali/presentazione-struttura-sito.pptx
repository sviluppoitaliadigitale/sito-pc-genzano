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7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7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26.xml"/><Relationship Id="rId11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36.xml"/><Relationship Id="rId11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44.xml"/><Relationship Id="rId11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9.xml"/><Relationship Id="rId7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50.xml"/><Relationship Id="rId11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9.xml"/><Relationship Id="rId6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51.xml"/><Relationship Id="rId9" Type="http://schemas.openxmlformats.org/officeDocument/2006/relationships/slide" Target="slide67.xml"/><Relationship Id="rId10" Type="http://schemas.openxmlformats.org/officeDocument/2006/relationships/slide" Target="slide62.xml"/><Relationship Id="rId11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3.xml"/><Relationship Id="rId6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51.xml"/><Relationship Id="rId9" Type="http://schemas.openxmlformats.org/officeDocument/2006/relationships/slide" Target="slide63.xml"/><Relationship Id="rId10" Type="http://schemas.openxmlformats.org/officeDocument/2006/relationships/slide" Target="slide66.xml"/><Relationship Id="rId11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7.xml"/><Relationship Id="rId6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8.xml"/><Relationship Id="rId6" Type="http://schemas.openxmlformats.org/officeDocument/2006/relationships/slide" Target="slide7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9.xml"/><Relationship Id="rId6" Type="http://schemas.openxmlformats.org/officeDocument/2006/relationships/slide" Target="slide7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nessun fenomeno significativo previsto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Criticità ordinaria — fenomeni localizzati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moderata — fenomeni diffusi e potenzialmente pericolosi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elevata — fenomeni molto intensi, danni gravi probabili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Ogni scheda spiegata a parole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Fonte dichiarata per ogni scheda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criticità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criticità moderata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criticità elevata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Prevenzione tutto l'anno e nuovi residenti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Calendario della prevenzione: un gesto al mese e le date fisse, anche nel calendario del telefono.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Accordo di aiuto fra vicini: un foglio da compilare insieme per sapere chi aiuta chi; i dati restano sulla carta.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«Vivo qui da poco»: rischi del territorio, avvisi, aree di attesa e numeri da salvare per chi è appena arrivato.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docenti, collegati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Settimana della protezione civile a scuola: un tema al giorno per tutto l'istituto e la prova di evacuazione del venerdì.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dei Castelli Romani (rianalisi ERA5-Land ed ERA5, serie omogenea) ed esempi già pronti.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spiegazione a parole, tabella dati, stampa, download (CSV e immagine) e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ERA5-Land · ERA5 · Copernicus Climate Change Service · Open-Meteo (CC BY 4.0)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Crea la mia lezione e Modalità Aula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docente sceglie classe, minuti e argomento: il sito compone la lezione con schede, storie, giochi ed esperimenti già pubblicati.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 alunni con bisogni educativi speciali si aggiungono versioni facilitate, tabelle CAA, LIS e pittogrammi.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Modalità Aula: ogni pagina diventa una sequenza di schermate a testo grande, da proiettare in classe.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Materiali del sito · D.M. 183/2024 (Educazione Civica)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 e l'Agenda 2030.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 miei contenuti — le pagine che servono, sempre a portata di mano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si può salvare con un pulsante e ritrovare in un elenco personale.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registrazione: l'elenco resta solo nel browser di chi lo usa.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Utile all'anziano che salva tre pagine come al docente che ne salva venti.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data, Open Kit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Open Kit: i componenti del sito, con licenza EUPL 1.2, a disposizione di altri gruppi e Comuni.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CC BY 4.0 · EUPL 1.2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aggiornata, che distingue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Sala stampa: contatti, dati, foto, logo e regole di citazione per giornalisti e redazioni.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