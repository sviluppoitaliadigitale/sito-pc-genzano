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27.xml"/><Relationship Id="rId11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5.xml"/><Relationship Id="rId11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image" Target="../media/image33.png"/><Relationship Id="rId6" Type="http://schemas.openxmlformats.org/officeDocument/2006/relationships/slide" Target="slide38.xml"/><Relationship Id="rId7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9.xml"/><Relationship Id="rId11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53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49.xml"/><Relationship Id="rId10" Type="http://schemas.openxmlformats.org/officeDocument/2006/relationships/slide" Target="slide52.xml"/><Relationship Id="rId11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