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9.xml"/><Relationship Id="rId6" Type="http://schemas.openxmlformats.org/officeDocument/2006/relationships/slide" Target="slide37.xml"/><Relationship Id="rId7" Type="http://schemas.openxmlformats.org/officeDocument/2006/relationships/slide" Target="slide41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9.xml"/><Relationship Id="rId6" Type="http://schemas.openxmlformats.org/officeDocument/2006/relationships/slide" Target="slide37.xml"/><Relationship Id="rId7" Type="http://schemas.openxmlformats.org/officeDocument/2006/relationships/slide" Target="slide41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9.xml"/><Relationship Id="rId6" Type="http://schemas.openxmlformats.org/officeDocument/2006/relationships/slide" Target="slide37.xml"/><Relationship Id="rId7" Type="http://schemas.openxmlformats.org/officeDocument/2006/relationships/slide" Target="slide41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7.xml"/><Relationship Id="rId7" Type="http://schemas.openxmlformats.org/officeDocument/2006/relationships/slide" Target="slide41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28.xml"/><Relationship Id="rId11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9.xml"/><Relationship Id="rId7" Type="http://schemas.openxmlformats.org/officeDocument/2006/relationships/slide" Target="slide41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image" Target="../media/image33.png"/><Relationship Id="rId6" Type="http://schemas.openxmlformats.org/officeDocument/2006/relationships/slide" Target="slide39.xml"/><Relationship Id="rId7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9.xml"/><Relationship Id="rId7" Type="http://schemas.openxmlformats.org/officeDocument/2006/relationships/slide" Target="slide37.xml"/><Relationship Id="rId8" Type="http://schemas.openxmlformats.org/officeDocument/2006/relationships/slide" Target="slide50.xml"/><Relationship Id="rId9" Type="http://schemas.openxmlformats.org/officeDocument/2006/relationships/slide" Target="slide54.xml"/><Relationship Id="rId10" Type="http://schemas.openxmlformats.org/officeDocument/2006/relationships/slide" Target="slide40.xml"/><Relationship Id="rId11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9.xml"/><Relationship Id="rId7" Type="http://schemas.openxmlformats.org/officeDocument/2006/relationships/slide" Target="slide37.xml"/><Relationship Id="rId8" Type="http://schemas.openxmlformats.org/officeDocument/2006/relationships/slide" Target="slide41.xml"/><Relationship Id="rId9" Type="http://schemas.openxmlformats.org/officeDocument/2006/relationships/slide" Target="slide54.xml"/><Relationship Id="rId10" Type="http://schemas.openxmlformats.org/officeDocument/2006/relationships/slide" Target="slide49.xml"/><Relationship Id="rId11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9.xml"/><Relationship Id="rId7" Type="http://schemas.openxmlformats.org/officeDocument/2006/relationships/slide" Target="slide37.xml"/><Relationship Id="rId8" Type="http://schemas.openxmlformats.org/officeDocument/2006/relationships/slide" Target="slide41.xml"/><Relationship Id="rId9" Type="http://schemas.openxmlformats.org/officeDocument/2006/relationships/slide" Target="slide50.xml"/><Relationship Id="rId10" Type="http://schemas.openxmlformats.org/officeDocument/2006/relationships/slide" Target="slide53.xml"/><Relationship Id="rId11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