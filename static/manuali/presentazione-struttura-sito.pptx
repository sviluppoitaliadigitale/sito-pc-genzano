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0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0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19.xml"/><Relationship Id="rId11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27.xml"/><Relationship Id="rId11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35.xml"/><Relationship Id="rId11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image" Target="../media/image33.png"/><Relationship Id="rId6" Type="http://schemas.openxmlformats.org/officeDocument/2006/relationships/slide" Target="slide38.xml"/><Relationship Id="rId7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39.xml"/><Relationship Id="rId11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slide" Target="slide2.xml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0.xml"/><Relationship Id="rId9" Type="http://schemas.openxmlformats.org/officeDocument/2006/relationships/slide" Target="slide53.xml"/><Relationship Id="rId10" Type="http://schemas.openxmlformats.org/officeDocument/2006/relationships/slide" Target="slide48.xml"/><Relationship Id="rId11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0.xml"/><Relationship Id="rId9" Type="http://schemas.openxmlformats.org/officeDocument/2006/relationships/slide" Target="slide49.xml"/><Relationship Id="rId10" Type="http://schemas.openxmlformats.org/officeDocument/2006/relationships/slide" Target="slide52.xml"/><Relationship Id="rId11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Liberation Sans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Liberation Sans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Liberation Sans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Liberation Sans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01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02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03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04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05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06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07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Liberation Sans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Liberation Sans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Liberation Sans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Liberation Sans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Liberation Sans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01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Liberation Sans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Nessuna allerta — situazione ordinaria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Liberation Sans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Liberation Sans"/>
              </a:rPr>
              <a:t>Allerta ordinaria — fenomeni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Allerta elevata — fenomeni intensi, effetti rilevanti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Allerta massima — fenomeni molto intensi, rischio elevato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Liberation Sans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Liberation Sans"/>
              </a:rPr>
              <a:t>Dati aperti (CC BY 4.0)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Liberation Sans"/>
              </a:rPr>
              <a:t>Giallo —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Arancione — elevata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Rosso — massima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Liberation Sans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606040"/>
            <a:ext cx="2606040" cy="132588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606040"/>
            <a:ext cx="2606040" cy="132588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606040"/>
            <a:ext cx="2606040" cy="132588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606040"/>
            <a:ext cx="2606040" cy="132588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206240"/>
            <a:ext cx="2606040" cy="132588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4206240"/>
            <a:ext cx="2606040" cy="132588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4206240"/>
            <a:ext cx="2606040" cy="132588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4206240"/>
            <a:ext cx="2606040" cy="132588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Vulcanico (Colli Albani)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Fonti: DPC «Io non rischio» · INGV · ISPRA · CNR-IRPI · ReLUIS.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02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Percorsi pronti all'uso per i docenti.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Collegamento esplicito all'Educazione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storici reali dei Castelli Romani (rianalisi ERA5) ed esempi già pronti sul clima locale.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grafico ha la tabella dati, la stampa, il download (CSV e immagine) e un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ERA5 · Open-Meteo (CC BY 4.0) · Copernicus Climate Data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03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Lingua dichiarata correttamente anche per gli assistenti vocali.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04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05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La scienza del rischio e i Centri di competenza; la dimensione internazionale del sistema.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Open data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aperti riutilizzabili dalla cittadinanza.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di trasparenza sullo stato tecnico del sito.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Riuso libero, secondo il principio di trasparenza della PA.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06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Sezione informativa costantemente aggiornata.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Distinzione chiara tra informazione, prevenzione, allerta ed emergenza.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avviso rimanda alla fonte ufficiale di riferimento.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07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Liberation Sans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Liberation Sans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Liberation Sans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Liberation Sans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Liberation Sans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