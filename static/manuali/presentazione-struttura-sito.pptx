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7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7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5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9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34.xml"/><Relationship Id="rId11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5.xml"/><Relationship Id="rId8" Type="http://schemas.openxmlformats.org/officeDocument/2006/relationships/slide" Target="slide47.xml"/><Relationship Id="rId9" Type="http://schemas.openxmlformats.org/officeDocument/2006/relationships/slide" Target="slide51.xml"/><Relationship Id="rId10" Type="http://schemas.openxmlformats.org/officeDocument/2006/relationships/slide" Target="slide38.xml"/><Relationship Id="rId11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5.xml"/><Relationship Id="rId8" Type="http://schemas.openxmlformats.org/officeDocument/2006/relationships/slide" Target="slide39.xml"/><Relationship Id="rId9" Type="http://schemas.openxmlformats.org/officeDocument/2006/relationships/slide" Target="slide51.xml"/><Relationship Id="rId10" Type="http://schemas.openxmlformats.org/officeDocument/2006/relationships/slide" Target="slide46.xml"/><Relationship Id="rId11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7.xml"/><Relationship Id="rId7" Type="http://schemas.openxmlformats.org/officeDocument/2006/relationships/slide" Target="slide35.xml"/><Relationship Id="rId8" Type="http://schemas.openxmlformats.org/officeDocument/2006/relationships/slide" Target="slide39.xml"/><Relationship Id="rId9" Type="http://schemas.openxmlformats.org/officeDocument/2006/relationships/slide" Target="slide47.xml"/><Relationship Id="rId10" Type="http://schemas.openxmlformats.org/officeDocument/2006/relationships/slide" Target="slide50.xml"/><Relationship Id="rId11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4.png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Liberation Sans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Liberation Sans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Liberation Sans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Liberation Sans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01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02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03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04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05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06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07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Liberation Sans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Liberation Sans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Liberation Sans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Liberation Sans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Liberation Sans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01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Liberation Sans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Liberation Sans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ItaliaMeteo, EUMETSAT,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Liberation Sans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INGV · DPC · ItaliaMeteo · EUMETSAT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02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Catalogo informativo dei giochi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Una scheda dedicata per ogni gioco, divisa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gioco: obiettivo didattico, durata, accessibilità e versione interattiva.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Pensato per docenti, genitori, motori di ricerca e lettori di schermo.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D.M. 183/2024 (Educazione Civica) · WCAG 2.2 AA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03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04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Affiliazioni e riconoscimenti europei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Quality Label del Corpo europeo di solidarietà (European Solidarity Corps) — Commissione europea.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di accreditamento dell'organizzazione: E10435833 (sempre accanto al logo, Reg. UE 2021/888).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Coordinamento FEPIVOL — Federazione Pronto Intervento Volontariato ODV.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European Solidarity Corps · DPC · Registro Regionale Lazio · FEPIVOL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05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06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07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Liberation Sans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Liberation Sans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Liberation Sans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