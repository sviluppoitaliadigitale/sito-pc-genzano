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44.xml"/><Relationship Id="rId11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9.xml"/><Relationship Id="rId7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50.xml"/><Relationship Id="rId11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7.xml"/><Relationship Id="rId10" Type="http://schemas.openxmlformats.org/officeDocument/2006/relationships/slide" Target="slide62.xml"/><Relationship Id="rId11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3.xml"/><Relationship Id="rId6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3.xml"/><Relationship Id="rId10" Type="http://schemas.openxmlformats.org/officeDocument/2006/relationships/slide" Target="slide66.xml"/><Relationship Id="rId11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7.xml"/><Relationship Id="rId6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9.xml"/><Relationship Id="rId6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nessun fenomeno significativo previsto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Criticità ordinaria — fenomeni localizzati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moderata — fenomeni diffusi e potenzialmente pericolosi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elevata — fenomeni molto intensi, danni gravi probabili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Ogni scheda spiegata a parole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Fonte e licenza di ogni dato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criticità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criticità moderata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criticità elevata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Prevenzione tutto l'anno e nuovi residenti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Calendario della prevenzione: un gesto al mese e le date fisse, anche nel calendario del telefono.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Accordo di aiuto fra vicini: un foglio da compilare insieme per sapere chi aiuta chi; i dati restano sulla carta.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«Vivo qui da poco»: rischi del territorio, avvisi, aree di attesa e numeri da salvare per chi è appena arrivato.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docenti, collegati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Settimana della protezione civile a scuola: un tema al giorno per tutto l'istituto e la prova di evacuazione del venerdì.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 4.0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aggiornata, che distingue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Sala stampa: contatti, dati, foto, logo e regole di citazione per giornalisti e redazioni.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